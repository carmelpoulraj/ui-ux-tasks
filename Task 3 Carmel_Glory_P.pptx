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B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4360"/>
            <a:ext cx="960120" cy="960120"/>
          </a:xfrm>
          <a:prstGeom prst="roundRect">
            <a:avLst/>
          </a:prstGeom>
          <a:solidFill>
            <a:srgbClr val="EB5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704088"/>
            <a:ext cx="777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500"/>
            </a:pPr>
            <a:r>
              <a:t>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621792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502D"/>
                </a:solidFill>
              </a:defRPr>
            </a:pPr>
            <a:r>
              <a:t>Swiggy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60020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D2D37"/>
                </a:solidFill>
              </a:defRPr>
            </a:pPr>
            <a:r>
              <a:t>EMPATHY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2D2D37"/>
                </a:solidFill>
              </a:defRPr>
            </a:pPr>
            <a:r>
              <a:t>Food Delivery App : SWIGGY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747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6469"/>
                </a:solidFill>
              </a:defRPr>
            </a:pPr>
            <a:r>
              <a:t>"Understanding the user to make food delivery better"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4572000"/>
            <a:ext cx="5303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D2D37"/>
                </a:solidFill>
              </a:defRPr>
            </a:pPr>
            <a:r>
              <a:t>Presented by:</a:t>
            </a:r>
          </a:p>
          <a:p>
            <a:pPr algn="ctr">
              <a:defRPr sz="1900" b="1">
                <a:solidFill>
                  <a:srgbClr val="2D2D37"/>
                </a:solidFill>
              </a:defRPr>
            </a:pPr>
            <a:r>
              <a:t>Carmel Glory P</a:t>
            </a:r>
          </a:p>
          <a:p>
            <a:pPr algn="ctr">
              <a:defRPr sz="1300">
                <a:solidFill>
                  <a:srgbClr val="646469"/>
                </a:solidFill>
              </a:defRPr>
            </a:pPr>
            <a:r>
              <a:t>B.Sc Artificial Intelligence &amp;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B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D2D37"/>
                </a:solidFill>
              </a:defRPr>
            </a:pPr>
            <a:r>
              <a:t>Understanding the Swiggy User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10332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F5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900" b="1">
                <a:solidFill>
                  <a:srgbClr val="EB502D"/>
                </a:solidFill>
              </a:defRPr>
            </a:pPr>
            <a:r>
              <a:t>💡 INTRODUCTION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An Empathy Map helps us understand the user better.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It shows what the user says, thinks, feels, sees, hears and does.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For this task, the user is a college student who uses the Swiggy app to order food.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80644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D2D37"/>
                </a:solidFill>
              </a:defRPr>
            </a:pPr>
            <a:r>
              <a:t>🎯 GOAL: To understand the user's needs, feelings and expectations.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B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D2D37"/>
                </a:solidFill>
              </a:defRPr>
            </a:pPr>
            <a:r>
              <a:t>Empathy Map – Swiggy User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54406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900" b="1">
                <a:solidFill>
                  <a:srgbClr val="EB502D"/>
                </a:solidFill>
              </a:defRPr>
            </a:pPr>
            <a:r>
              <a:t>🗣️ SAYS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"I want to order food easily."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"Is there any offer or discount?"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"How long will my food take?"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"I want to track my order."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5352" y="1325880"/>
            <a:ext cx="54406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900" b="1">
                <a:solidFill>
                  <a:srgbClr val="EB502D"/>
                </a:solidFill>
              </a:defRPr>
            </a:pPr>
            <a:r>
              <a:t>💭 THINKS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Will my food arrive on time?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Will the food be fresh and tasty?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Which restaurant should I choose?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Is the price affordable?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8311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5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900" b="1">
                <a:solidFill>
                  <a:srgbClr val="EB502D"/>
                </a:solidFill>
              </a:defRPr>
            </a:pPr>
            <a:r>
              <a:t>❤️ FEELS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Hungry when ordering food.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Excited to receive the food.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Happy when the order arrives on time.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Disappointed when the order is late or wrong.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B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D2D37"/>
                </a:solidFill>
              </a:defRPr>
            </a:pPr>
            <a:r>
              <a:t>Empathy Map – Swiggy User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54406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900" b="1">
                <a:solidFill>
                  <a:srgbClr val="EB502D"/>
                </a:solidFill>
              </a:defRPr>
            </a:pPr>
            <a:r>
              <a:t>👀 SEES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Food and restaurant pictures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Menu and prices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Offers and discounts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Delivery time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Order tracking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5352" y="1325880"/>
            <a:ext cx="54406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5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900" b="1">
                <a:solidFill>
                  <a:srgbClr val="EB502D"/>
                </a:solidFill>
              </a:defRPr>
            </a:pPr>
            <a:r>
              <a:t>👂 HEARS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Friends talking about their favourite food.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Offers and promotions.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Order confirmation messages.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Delivery updates.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1118311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F5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900" b="1">
                <a:solidFill>
                  <a:srgbClr val="EB502D"/>
                </a:solidFill>
              </a:defRPr>
            </a:pPr>
            <a:r>
              <a:t>🏃 DOES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Opens the Swiggy app.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Searches for food or restaurants.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Checks the menu and offers.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Selects food and adds it to the cart.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Places and tracks the order.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Receives the food.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B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D2D37"/>
                </a:solidFill>
              </a:defRPr>
            </a:pPr>
            <a:r>
              <a:t>User Needs, Frustrations &amp; Expectations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80160"/>
            <a:ext cx="3657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F5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900" b="1">
                <a:solidFill>
                  <a:srgbClr val="EB502D"/>
                </a:solidFill>
              </a:defRPr>
            </a:pPr>
            <a:r>
              <a:t>🎯 USER NEEDS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Easy-to-use app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Clear menu and prices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Fast delivery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Easy payment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Good offers and discounts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Easy order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70248" y="1280160"/>
            <a:ext cx="3657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F5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900" b="1">
                <a:solidFill>
                  <a:srgbClr val="EB502D"/>
                </a:solidFill>
              </a:defRPr>
            </a:pPr>
            <a:r>
              <a:t>😟 USER FRUSTRATIONS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Late delivery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High price or extra charges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Payment problems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Wrong or missing items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Food not being fresh or 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9016" y="1280160"/>
            <a:ext cx="36576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F5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900" b="1">
                <a:solidFill>
                  <a:srgbClr val="EB502D"/>
                </a:solidFill>
              </a:defRPr>
            </a:pPr>
            <a:r>
              <a:t>⭐ USER EXPECTATIONS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Food should arrive on time.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Food should be fresh and tasty.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Prices and offers should be clear.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Ordering should be simple and quick.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Customer support should respond quickly.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B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D2D37"/>
                </a:solidFill>
              </a:defRPr>
            </a:pPr>
            <a:r>
              <a:t>User Reviews / Feedback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5440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5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900" b="1">
                <a:solidFill>
                  <a:srgbClr val="EB502D"/>
                </a:solidFill>
              </a:defRPr>
            </a:pPr>
            <a:r>
              <a:t>😊 POSITIVE FEEDBACK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Users like the variety of food choices.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Some users are happy with fast delivery.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Customers like the offers and discounts.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Easy ordering and tracking are appreciated.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5352" y="1371600"/>
            <a:ext cx="5440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5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900" b="1">
                <a:solidFill>
                  <a:srgbClr val="EB502D"/>
                </a:solidFill>
              </a:defRPr>
            </a:pPr>
            <a:r>
              <a:t>😟 NEGATIVE FEEDBACK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Some users face late delivery.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Some customers receive cold or incorrect food.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Some users face payment or refund problems.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Extra charges may disappoint users.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89788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D2D37"/>
                </a:solidFill>
              </a:defRPr>
            </a:pPr>
            <a:r>
              <a:t>💡 From the feedback: Users mainly expect good food quality, affordable prices, fast delivery and smooth service.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B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D2D37"/>
                </a:solidFill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1417320"/>
            <a:ext cx="101498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F5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/>
          <a:lstStyle/>
          <a:p>
            <a:pPr algn="ctr">
              <a:defRPr sz="1900" b="1">
                <a:solidFill>
                  <a:srgbClr val="EB502D"/>
                </a:solidFill>
              </a:defRPr>
            </a:pPr>
            <a:r>
              <a:t>✅ KEY TAKEAWAY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The Empathy Map helps us understand the user's experience.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Swiggy users mainly want good food, affordable prices, fast delivery and easy ordering.</a:t>
            </a:r>
          </a:p>
          <a:p>
            <a:pPr>
              <a:spcAft>
                <a:spcPts val="500"/>
              </a:spcAft>
              <a:defRPr sz="1450">
                <a:solidFill>
                  <a:srgbClr val="2D2D37"/>
                </a:solidFill>
              </a:defRPr>
            </a:pPr>
            <a:r>
              <a:t>• Understanding these needs and problems can help improve the food delivery 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303520"/>
            <a:ext cx="6675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EB502D"/>
                </a:solidFill>
              </a:defRPr>
            </a:pPr>
            <a:r>
              <a:t>THANK YOU ❤️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